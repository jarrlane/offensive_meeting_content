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4CE084-0B37-71C4-AEC0-218927E7C9E4}" v="633" dt="2026-01-20T21:30:30.4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ne, Jarrett" userId="S::jlane3113@floridapoly.edu::b8e3b9fa-f116-452b-a8e4-24d902b6e082" providerId="AD" clId="Web-{6A4CE084-0B37-71C4-AEC0-218927E7C9E4}"/>
    <pc:docChg chg="addSld modSld addMainMaster delMainMaster">
      <pc:chgData name="Lane, Jarrett" userId="S::jlane3113@floridapoly.edu::b8e3b9fa-f116-452b-a8e4-24d902b6e082" providerId="AD" clId="Web-{6A4CE084-0B37-71C4-AEC0-218927E7C9E4}" dt="2026-01-20T21:30:29.943" v="626" actId="20577"/>
      <pc:docMkLst>
        <pc:docMk/>
      </pc:docMkLst>
      <pc:sldChg chg="addSp modSp mod setBg modClrScheme setClrOvrMap chgLayout">
        <pc:chgData name="Lane, Jarrett" userId="S::jlane3113@floridapoly.edu::b8e3b9fa-f116-452b-a8e4-24d902b6e082" providerId="AD" clId="Web-{6A4CE084-0B37-71C4-AEC0-218927E7C9E4}" dt="2026-01-20T21:20:22.586" v="42"/>
        <pc:sldMkLst>
          <pc:docMk/>
          <pc:sldMk cId="109857222" sldId="256"/>
        </pc:sldMkLst>
        <pc:spChg chg="mod">
          <ac:chgData name="Lane, Jarrett" userId="S::jlane3113@floridapoly.edu::b8e3b9fa-f116-452b-a8e4-24d902b6e082" providerId="AD" clId="Web-{6A4CE084-0B37-71C4-AEC0-218927E7C9E4}" dt="2026-01-20T21:20:22.586" v="42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Lane, Jarrett" userId="S::jlane3113@floridapoly.edu::b8e3b9fa-f116-452b-a8e4-24d902b6e082" providerId="AD" clId="Web-{6A4CE084-0B37-71C4-AEC0-218927E7C9E4}" dt="2026-01-20T21:20:22.586" v="42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Lane, Jarrett" userId="S::jlane3113@floridapoly.edu::b8e3b9fa-f116-452b-a8e4-24d902b6e082" providerId="AD" clId="Web-{6A4CE084-0B37-71C4-AEC0-218927E7C9E4}" dt="2026-01-20T21:20:22.586" v="42"/>
          <ac:spMkLst>
            <pc:docMk/>
            <pc:sldMk cId="109857222" sldId="256"/>
            <ac:spMk id="9" creationId="{657F69E0-C4B0-4BEC-A689-4F8D877F05D4}"/>
          </ac:spMkLst>
        </pc:spChg>
        <pc:spChg chg="add">
          <ac:chgData name="Lane, Jarrett" userId="S::jlane3113@floridapoly.edu::b8e3b9fa-f116-452b-a8e4-24d902b6e082" providerId="AD" clId="Web-{6A4CE084-0B37-71C4-AEC0-218927E7C9E4}" dt="2026-01-20T21:20:22.586" v="42"/>
          <ac:spMkLst>
            <pc:docMk/>
            <pc:sldMk cId="109857222" sldId="256"/>
            <ac:spMk id="11" creationId="{9F6380B4-6A1C-481E-8408-B4E6C75B9B81}"/>
          </ac:spMkLst>
        </pc:spChg>
        <pc:picChg chg="add">
          <ac:chgData name="Lane, Jarrett" userId="S::jlane3113@floridapoly.edu::b8e3b9fa-f116-452b-a8e4-24d902b6e082" providerId="AD" clId="Web-{6A4CE084-0B37-71C4-AEC0-218927E7C9E4}" dt="2026-01-20T21:20:22.586" v="42"/>
          <ac:picMkLst>
            <pc:docMk/>
            <pc:sldMk cId="109857222" sldId="256"/>
            <ac:picMk id="4" creationId="{2B7A3212-A496-F511-9458-86DDA651D8BA}"/>
          </ac:picMkLst>
        </pc:picChg>
      </pc:sldChg>
      <pc:sldChg chg="modSp new">
        <pc:chgData name="Lane, Jarrett" userId="S::jlane3113@floridapoly.edu::b8e3b9fa-f116-452b-a8e4-24d902b6e082" providerId="AD" clId="Web-{6A4CE084-0B37-71C4-AEC0-218927E7C9E4}" dt="2026-01-20T21:26:13.937" v="356" actId="20577"/>
        <pc:sldMkLst>
          <pc:docMk/>
          <pc:sldMk cId="3081593972" sldId="257"/>
        </pc:sldMkLst>
        <pc:spChg chg="mod">
          <ac:chgData name="Lane, Jarrett" userId="S::jlane3113@floridapoly.edu::b8e3b9fa-f116-452b-a8e4-24d902b6e082" providerId="AD" clId="Web-{6A4CE084-0B37-71C4-AEC0-218927E7C9E4}" dt="2026-01-20T21:20:58.446" v="51" actId="20577"/>
          <ac:spMkLst>
            <pc:docMk/>
            <pc:sldMk cId="3081593972" sldId="257"/>
            <ac:spMk id="2" creationId="{599D934B-1BB2-3C7A-3038-32A5FD496645}"/>
          </ac:spMkLst>
        </pc:spChg>
        <pc:spChg chg="mod">
          <ac:chgData name="Lane, Jarrett" userId="S::jlane3113@floridapoly.edu::b8e3b9fa-f116-452b-a8e4-24d902b6e082" providerId="AD" clId="Web-{6A4CE084-0B37-71C4-AEC0-218927E7C9E4}" dt="2026-01-20T21:26:13.937" v="356" actId="20577"/>
          <ac:spMkLst>
            <pc:docMk/>
            <pc:sldMk cId="3081593972" sldId="257"/>
            <ac:spMk id="3" creationId="{1666C7ED-FBF9-E60C-1CB4-7661D1F9F8C9}"/>
          </ac:spMkLst>
        </pc:spChg>
      </pc:sldChg>
      <pc:sldChg chg="modSp new">
        <pc:chgData name="Lane, Jarrett" userId="S::jlane3113@floridapoly.edu::b8e3b9fa-f116-452b-a8e4-24d902b6e082" providerId="AD" clId="Web-{6A4CE084-0B37-71C4-AEC0-218927E7C9E4}" dt="2026-01-20T21:30:29.943" v="626" actId="20577"/>
        <pc:sldMkLst>
          <pc:docMk/>
          <pc:sldMk cId="2924520445" sldId="258"/>
        </pc:sldMkLst>
        <pc:spChg chg="mod">
          <ac:chgData name="Lane, Jarrett" userId="S::jlane3113@floridapoly.edu::b8e3b9fa-f116-452b-a8e4-24d902b6e082" providerId="AD" clId="Web-{6A4CE084-0B37-71C4-AEC0-218927E7C9E4}" dt="2026-01-20T21:26:25.891" v="364" actId="20577"/>
          <ac:spMkLst>
            <pc:docMk/>
            <pc:sldMk cId="2924520445" sldId="258"/>
            <ac:spMk id="2" creationId="{1251C3FD-5882-E0E2-1358-7B68F6CED61E}"/>
          </ac:spMkLst>
        </pc:spChg>
        <pc:spChg chg="mod">
          <ac:chgData name="Lane, Jarrett" userId="S::jlane3113@floridapoly.edu::b8e3b9fa-f116-452b-a8e4-24d902b6e082" providerId="AD" clId="Web-{6A4CE084-0B37-71C4-AEC0-218927E7C9E4}" dt="2026-01-20T21:30:29.943" v="626" actId="20577"/>
          <ac:spMkLst>
            <pc:docMk/>
            <pc:sldMk cId="2924520445" sldId="258"/>
            <ac:spMk id="3" creationId="{3B30027B-767E-F25D-3461-AD980D75566C}"/>
          </ac:spMkLst>
        </pc:spChg>
      </pc:sldChg>
      <pc:sldMasterChg chg="del delSldLayout">
        <pc:chgData name="Lane, Jarrett" userId="S::jlane3113@floridapoly.edu::b8e3b9fa-f116-452b-a8e4-24d902b6e082" providerId="AD" clId="Web-{6A4CE084-0B37-71C4-AEC0-218927E7C9E4}" dt="2026-01-20T21:20:22.586" v="42"/>
        <pc:sldMasterMkLst>
          <pc:docMk/>
          <pc:sldMasterMk cId="2460954070" sldId="2147483660"/>
        </pc:sldMasterMkLst>
        <pc:sldLayoutChg chg="del">
          <pc:chgData name="Lane, Jarrett" userId="S::jlane3113@floridapoly.edu::b8e3b9fa-f116-452b-a8e4-24d902b6e082" providerId="AD" clId="Web-{6A4CE084-0B37-71C4-AEC0-218927E7C9E4}" dt="2026-01-20T21:20:22.586" v="42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Lane, Jarrett" userId="S::jlane3113@floridapoly.edu::b8e3b9fa-f116-452b-a8e4-24d902b6e082" providerId="AD" clId="Web-{6A4CE084-0B37-71C4-AEC0-218927E7C9E4}" dt="2026-01-20T21:20:22.586" v="42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Lane, Jarrett" userId="S::jlane3113@floridapoly.edu::b8e3b9fa-f116-452b-a8e4-24d902b6e082" providerId="AD" clId="Web-{6A4CE084-0B37-71C4-AEC0-218927E7C9E4}" dt="2026-01-20T21:20:22.586" v="42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Lane, Jarrett" userId="S::jlane3113@floridapoly.edu::b8e3b9fa-f116-452b-a8e4-24d902b6e082" providerId="AD" clId="Web-{6A4CE084-0B37-71C4-AEC0-218927E7C9E4}" dt="2026-01-20T21:20:22.586" v="42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Lane, Jarrett" userId="S::jlane3113@floridapoly.edu::b8e3b9fa-f116-452b-a8e4-24d902b6e082" providerId="AD" clId="Web-{6A4CE084-0B37-71C4-AEC0-218927E7C9E4}" dt="2026-01-20T21:20:22.586" v="42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Lane, Jarrett" userId="S::jlane3113@floridapoly.edu::b8e3b9fa-f116-452b-a8e4-24d902b6e082" providerId="AD" clId="Web-{6A4CE084-0B37-71C4-AEC0-218927E7C9E4}" dt="2026-01-20T21:20:22.586" v="42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Lane, Jarrett" userId="S::jlane3113@floridapoly.edu::b8e3b9fa-f116-452b-a8e4-24d902b6e082" providerId="AD" clId="Web-{6A4CE084-0B37-71C4-AEC0-218927E7C9E4}" dt="2026-01-20T21:20:22.586" v="42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Lane, Jarrett" userId="S::jlane3113@floridapoly.edu::b8e3b9fa-f116-452b-a8e4-24d902b6e082" providerId="AD" clId="Web-{6A4CE084-0B37-71C4-AEC0-218927E7C9E4}" dt="2026-01-20T21:20:22.586" v="42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Lane, Jarrett" userId="S::jlane3113@floridapoly.edu::b8e3b9fa-f116-452b-a8e4-24d902b6e082" providerId="AD" clId="Web-{6A4CE084-0B37-71C4-AEC0-218927E7C9E4}" dt="2026-01-20T21:20:22.586" v="42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Lane, Jarrett" userId="S::jlane3113@floridapoly.edu::b8e3b9fa-f116-452b-a8e4-24d902b6e082" providerId="AD" clId="Web-{6A4CE084-0B37-71C4-AEC0-218927E7C9E4}" dt="2026-01-20T21:20:22.586" v="42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Lane, Jarrett" userId="S::jlane3113@floridapoly.edu::b8e3b9fa-f116-452b-a8e4-24d902b6e082" providerId="AD" clId="Web-{6A4CE084-0B37-71C4-AEC0-218927E7C9E4}" dt="2026-01-20T21:20:22.586" v="42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">
        <pc:chgData name="Lane, Jarrett" userId="S::jlane3113@floridapoly.edu::b8e3b9fa-f116-452b-a8e4-24d902b6e082" providerId="AD" clId="Web-{6A4CE084-0B37-71C4-AEC0-218927E7C9E4}" dt="2026-01-20T21:20:22.586" v="42"/>
        <pc:sldMasterMkLst>
          <pc:docMk/>
          <pc:sldMasterMk cId="875858617" sldId="2147483734"/>
        </pc:sldMasterMkLst>
        <pc:sldLayoutChg chg="add">
          <pc:chgData name="Lane, Jarrett" userId="S::jlane3113@floridapoly.edu::b8e3b9fa-f116-452b-a8e4-24d902b6e082" providerId="AD" clId="Web-{6A4CE084-0B37-71C4-AEC0-218927E7C9E4}" dt="2026-01-20T21:20:22.586" v="42"/>
          <pc:sldLayoutMkLst>
            <pc:docMk/>
            <pc:sldMasterMk cId="875858617" sldId="2147483734"/>
            <pc:sldLayoutMk cId="1932743018" sldId="2147483723"/>
          </pc:sldLayoutMkLst>
        </pc:sldLayoutChg>
        <pc:sldLayoutChg chg="add">
          <pc:chgData name="Lane, Jarrett" userId="S::jlane3113@floridapoly.edu::b8e3b9fa-f116-452b-a8e4-24d902b6e082" providerId="AD" clId="Web-{6A4CE084-0B37-71C4-AEC0-218927E7C9E4}" dt="2026-01-20T21:20:22.586" v="42"/>
          <pc:sldLayoutMkLst>
            <pc:docMk/>
            <pc:sldMasterMk cId="875858617" sldId="2147483734"/>
            <pc:sldLayoutMk cId="1966659116" sldId="2147483724"/>
          </pc:sldLayoutMkLst>
        </pc:sldLayoutChg>
        <pc:sldLayoutChg chg="add">
          <pc:chgData name="Lane, Jarrett" userId="S::jlane3113@floridapoly.edu::b8e3b9fa-f116-452b-a8e4-24d902b6e082" providerId="AD" clId="Web-{6A4CE084-0B37-71C4-AEC0-218927E7C9E4}" dt="2026-01-20T21:20:22.586" v="42"/>
          <pc:sldLayoutMkLst>
            <pc:docMk/>
            <pc:sldMasterMk cId="875858617" sldId="2147483734"/>
            <pc:sldLayoutMk cId="2626212033" sldId="2147483725"/>
          </pc:sldLayoutMkLst>
        </pc:sldLayoutChg>
        <pc:sldLayoutChg chg="add">
          <pc:chgData name="Lane, Jarrett" userId="S::jlane3113@floridapoly.edu::b8e3b9fa-f116-452b-a8e4-24d902b6e082" providerId="AD" clId="Web-{6A4CE084-0B37-71C4-AEC0-218927E7C9E4}" dt="2026-01-20T21:20:22.586" v="42"/>
          <pc:sldLayoutMkLst>
            <pc:docMk/>
            <pc:sldMasterMk cId="875858617" sldId="2147483734"/>
            <pc:sldLayoutMk cId="1219666251" sldId="2147483726"/>
          </pc:sldLayoutMkLst>
        </pc:sldLayoutChg>
        <pc:sldLayoutChg chg="add">
          <pc:chgData name="Lane, Jarrett" userId="S::jlane3113@floridapoly.edu::b8e3b9fa-f116-452b-a8e4-24d902b6e082" providerId="AD" clId="Web-{6A4CE084-0B37-71C4-AEC0-218927E7C9E4}" dt="2026-01-20T21:20:22.586" v="42"/>
          <pc:sldLayoutMkLst>
            <pc:docMk/>
            <pc:sldMasterMk cId="875858617" sldId="2147483734"/>
            <pc:sldLayoutMk cId="418305653" sldId="2147483727"/>
          </pc:sldLayoutMkLst>
        </pc:sldLayoutChg>
        <pc:sldLayoutChg chg="add">
          <pc:chgData name="Lane, Jarrett" userId="S::jlane3113@floridapoly.edu::b8e3b9fa-f116-452b-a8e4-24d902b6e082" providerId="AD" clId="Web-{6A4CE084-0B37-71C4-AEC0-218927E7C9E4}" dt="2026-01-20T21:20:22.586" v="42"/>
          <pc:sldLayoutMkLst>
            <pc:docMk/>
            <pc:sldMasterMk cId="875858617" sldId="2147483734"/>
            <pc:sldLayoutMk cId="953640803" sldId="2147483728"/>
          </pc:sldLayoutMkLst>
        </pc:sldLayoutChg>
        <pc:sldLayoutChg chg="add">
          <pc:chgData name="Lane, Jarrett" userId="S::jlane3113@floridapoly.edu::b8e3b9fa-f116-452b-a8e4-24d902b6e082" providerId="AD" clId="Web-{6A4CE084-0B37-71C4-AEC0-218927E7C9E4}" dt="2026-01-20T21:20:22.586" v="42"/>
          <pc:sldLayoutMkLst>
            <pc:docMk/>
            <pc:sldMasterMk cId="875858617" sldId="2147483734"/>
            <pc:sldLayoutMk cId="2095086372" sldId="2147483729"/>
          </pc:sldLayoutMkLst>
        </pc:sldLayoutChg>
        <pc:sldLayoutChg chg="add">
          <pc:chgData name="Lane, Jarrett" userId="S::jlane3113@floridapoly.edu::b8e3b9fa-f116-452b-a8e4-24d902b6e082" providerId="AD" clId="Web-{6A4CE084-0B37-71C4-AEC0-218927E7C9E4}" dt="2026-01-20T21:20:22.586" v="42"/>
          <pc:sldLayoutMkLst>
            <pc:docMk/>
            <pc:sldMasterMk cId="875858617" sldId="2147483734"/>
            <pc:sldLayoutMk cId="105226220" sldId="2147483730"/>
          </pc:sldLayoutMkLst>
        </pc:sldLayoutChg>
        <pc:sldLayoutChg chg="add">
          <pc:chgData name="Lane, Jarrett" userId="S::jlane3113@floridapoly.edu::b8e3b9fa-f116-452b-a8e4-24d902b6e082" providerId="AD" clId="Web-{6A4CE084-0B37-71C4-AEC0-218927E7C9E4}" dt="2026-01-20T21:20:22.586" v="42"/>
          <pc:sldLayoutMkLst>
            <pc:docMk/>
            <pc:sldMasterMk cId="875858617" sldId="2147483734"/>
            <pc:sldLayoutMk cId="1004843830" sldId="2147483731"/>
          </pc:sldLayoutMkLst>
        </pc:sldLayoutChg>
        <pc:sldLayoutChg chg="add">
          <pc:chgData name="Lane, Jarrett" userId="S::jlane3113@floridapoly.edu::b8e3b9fa-f116-452b-a8e4-24d902b6e082" providerId="AD" clId="Web-{6A4CE084-0B37-71C4-AEC0-218927E7C9E4}" dt="2026-01-20T21:20:22.586" v="42"/>
          <pc:sldLayoutMkLst>
            <pc:docMk/>
            <pc:sldMasterMk cId="875858617" sldId="2147483734"/>
            <pc:sldLayoutMk cId="4188939923" sldId="2147483732"/>
          </pc:sldLayoutMkLst>
        </pc:sldLayoutChg>
        <pc:sldLayoutChg chg="add">
          <pc:chgData name="Lane, Jarrett" userId="S::jlane3113@floridapoly.edu::b8e3b9fa-f116-452b-a8e4-24d902b6e082" providerId="AD" clId="Web-{6A4CE084-0B37-71C4-AEC0-218927E7C9E4}" dt="2026-01-20T21:20:22.586" v="42"/>
          <pc:sldLayoutMkLst>
            <pc:docMk/>
            <pc:sldMasterMk cId="875858617" sldId="2147483734"/>
            <pc:sldLayoutMk cId="887089381" sldId="214748373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86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26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843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939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089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305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743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659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212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66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40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858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27" r:id="rId6"/>
    <p:sldLayoutId id="2147483723" r:id="rId7"/>
    <p:sldLayoutId id="2147483724" r:id="rId8"/>
    <p:sldLayoutId id="2147483725" r:id="rId9"/>
    <p:sldLayoutId id="2147483726" r:id="rId10"/>
    <p:sldLayoutId id="214748372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7A3212-A496-F511-9458-86DDA651D8B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23" b="-2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10800"/>
              <a:t>Plans for this semester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200"/>
              <a:t>Jarrett Lane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D934B-1BB2-3C7A-3038-32A5FD496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6C7ED-FBF9-E60C-1CB4-7661D1F9F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Meetings will be different from last semester</a:t>
            </a:r>
          </a:p>
          <a:p>
            <a:r>
              <a:rPr lang="en-US" dirty="0"/>
              <a:t>Less of me rambling for an hour, more us actually doing stuff</a:t>
            </a:r>
          </a:p>
          <a:p>
            <a:r>
              <a:rPr lang="en-US" dirty="0"/>
              <a:t>Much bigger focus on CTF</a:t>
            </a:r>
          </a:p>
          <a:p>
            <a:r>
              <a:rPr lang="en-US" dirty="0"/>
              <a:t>Projects (will elaborate)</a:t>
            </a:r>
          </a:p>
          <a:p>
            <a:r>
              <a:rPr lang="en-US" dirty="0"/>
              <a:t>We will try to plan more things outside official meetings</a:t>
            </a:r>
          </a:p>
          <a:p>
            <a:r>
              <a:rPr lang="en-US" dirty="0"/>
              <a:t>I will try to teach you all while also helping you learn independently/on the fly</a:t>
            </a:r>
          </a:p>
        </p:txBody>
      </p:sp>
    </p:spTree>
    <p:extLst>
      <p:ext uri="{BB962C8B-B14F-4D97-AF65-F5344CB8AC3E}">
        <p14:creationId xmlns:p14="http://schemas.microsoft.com/office/powerpoint/2010/main" val="3081593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1C3FD-5882-E0E2-1358-7B68F6CED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0027B-767E-F25D-3461-AD980D755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Sittadel</a:t>
            </a:r>
            <a:r>
              <a:rPr lang="en-US" dirty="0"/>
              <a:t> attack stories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A continuation of what we did last semester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Its ok if you weren't part of it last semester, you can join any time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More details will come soon</a:t>
            </a:r>
          </a:p>
          <a:p>
            <a:r>
              <a:rPr lang="en-US" dirty="0"/>
              <a:t>Make CTF challenges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We have always considered hosting a CTF, if we do we need challenges!!!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We will start this once you all get more accustomed to CTF</a:t>
            </a:r>
          </a:p>
          <a:p>
            <a:r>
              <a:rPr lang="en-US" dirty="0"/>
              <a:t>Possibly more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520445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The Serif Hand Black"/>
        <a:ea typeface=""/>
        <a:cs typeface=""/>
      </a:majorFont>
      <a:minorFont>
        <a:latin typeface="The Hand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SketchyVTI</vt:lpstr>
      <vt:lpstr>Plans for this semester</vt:lpstr>
      <vt:lpstr>Meetings</vt:lpstr>
      <vt:lpstr>Projects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78</cp:revision>
  <dcterms:created xsi:type="dcterms:W3CDTF">2026-01-20T21:17:43Z</dcterms:created>
  <dcterms:modified xsi:type="dcterms:W3CDTF">2026-01-20T21:30:35Z</dcterms:modified>
</cp:coreProperties>
</file>